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B0BB0256-1F1F-47CB-A2C2-4E744264CD3F}" type="datetime">
              <a:rPr b="0" lang="en-IN" sz="1200" spc="-1" strike="noStrike">
                <a:solidFill>
                  <a:srgbClr val="8b8b8b"/>
                </a:solidFill>
                <a:latin typeface="Calibri"/>
              </a:rPr>
              <a:t>17/02/26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6D6FBE83-B6C0-427C-BCF8-F36032CDA4CC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2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E8B3BBC4-449C-45EB-8514-8D9A8026F497}" type="datetime">
              <a:rPr b="0" lang="en-IN" sz="1200" spc="-1" strike="noStrike">
                <a:solidFill>
                  <a:srgbClr val="8b8b8b"/>
                </a:solidFill>
                <a:latin typeface="Calibri"/>
              </a:rPr>
              <a:t>17/02/26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630FFCD0-2F1C-446F-A29D-96EB2BFE3EC4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ef413d"/>
                </a:solidFill>
                <a:latin typeface="Calibri"/>
              </a:rPr>
              <a:t>Git – version control </a:t>
            </a:r>
            <a:endParaRPr b="0" lang="en-US" sz="4400" spc="-1" strike="noStrike">
              <a:solidFill>
                <a:srgbClr val="ef413d"/>
              </a:solidFill>
              <a:latin typeface="Calibri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1584000" y="3600000"/>
            <a:ext cx="6400440" cy="64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ctr">
              <a:lnSpc>
                <a:spcPct val="100000"/>
              </a:lnSpc>
              <a:spcBef>
                <a:spcPts val="641"/>
              </a:spcBef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Introduction to Version Control System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Presented by Aravind Reddy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ce181e"/>
                </a:solidFill>
                <a:latin typeface="Calibri"/>
              </a:rPr>
              <a:t>Introduction to Git</a:t>
            </a:r>
            <a:endParaRPr b="0" lang="en-US" sz="4400" spc="-1" strike="noStrike">
              <a:solidFill>
                <a:srgbClr val="ce181e"/>
              </a:solidFill>
              <a:latin typeface="Calibri"/>
            </a:endParaRPr>
          </a:p>
        </p:txBody>
      </p:sp>
      <p:sp>
        <p:nvSpPr>
          <p:cNvPr id="85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brin"/>
              </a:rPr>
              <a:t>Git is a distributed version control system.</a:t>
            </a:r>
            <a:endParaRPr b="0" lang="en-US" sz="2400" spc="-1" strike="noStrike">
              <a:solidFill>
                <a:srgbClr val="000000"/>
              </a:solidFill>
              <a:latin typeface="Calbrin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brin"/>
              </a:rPr>
              <a:t>It tracks changes in source code.</a:t>
            </a:r>
            <a:endParaRPr b="0" lang="en-US" sz="2400" spc="-1" strike="noStrike">
              <a:solidFill>
                <a:srgbClr val="000000"/>
              </a:solidFill>
              <a:latin typeface="Calbrin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brin"/>
              </a:rPr>
              <a:t>Helps multiple developers collaborate.</a:t>
            </a:r>
            <a:endParaRPr b="0" lang="en-US" sz="2400" spc="-1" strike="noStrike">
              <a:solidFill>
                <a:srgbClr val="000000"/>
              </a:solidFill>
              <a:latin typeface="Calbrin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brin"/>
              </a:rPr>
              <a:t>Maintains complete history of changes.</a:t>
            </a:r>
            <a:endParaRPr b="0" lang="en-US" sz="2400" spc="-1" strike="noStrike">
              <a:solidFill>
                <a:srgbClr val="000000"/>
              </a:solidFill>
              <a:latin typeface="Calbrin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brin"/>
              </a:rPr>
              <a:t>Open-source and widely used.</a:t>
            </a:r>
            <a:endParaRPr b="0" lang="en-US" sz="2400" spc="-1" strike="noStrike">
              <a:solidFill>
                <a:srgbClr val="000000"/>
              </a:solidFill>
              <a:latin typeface="Calbrin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ce181e"/>
                </a:solidFill>
                <a:latin typeface="Calibri"/>
              </a:rPr>
              <a:t>History</a:t>
            </a:r>
            <a:endParaRPr b="0" lang="en-US" sz="4400" spc="-1" strike="noStrike">
              <a:solidFill>
                <a:srgbClr val="ce181e"/>
              </a:solidFill>
              <a:latin typeface="Calibri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Git was created in 2005.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Developed by Linus Torvalds.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Originally built for Linux kernel development.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Designed to be fast and efficient.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Now widely used worldwide.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ce181e"/>
                </a:solidFill>
                <a:latin typeface="Calibri"/>
              </a:rPr>
              <a:t>What, Why, Where Git?</a:t>
            </a:r>
            <a:endParaRPr b="0" lang="en-US" sz="4400" spc="-1" strike="noStrike">
              <a:solidFill>
                <a:srgbClr val="ce181e"/>
              </a:solidFill>
              <a:latin typeface="Calibri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What: A version control system.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Why: To track changes and manage collaboration.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Why: To maintain project history safely.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Where: Used in software companies.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n-US" sz="4400" spc="-1" strike="noStrike">
                <a:solidFill>
                  <a:srgbClr val="ce181e"/>
                </a:solidFill>
                <a:latin typeface="Calibri"/>
              </a:rPr>
              <a:t>Git vs GitHub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Git :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Distributed Version Control System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Tracks changes in source code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Works locally (offline support)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GitHub: 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Cloud-based hosting platform for Git repositories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Provides Pull Requests &amp; Code Review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Requires internet access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ce181e"/>
                </a:solidFill>
                <a:latin typeface="Calibri"/>
              </a:rPr>
              <a:t>Workflow of Git</a:t>
            </a:r>
            <a:endParaRPr b="0" lang="en-US" sz="4400" spc="-1" strike="noStrike">
              <a:solidFill>
                <a:srgbClr val="ce181e"/>
              </a:solidFill>
              <a:latin typeface="Calibri"/>
            </a:endParaRPr>
          </a:p>
        </p:txBody>
      </p:sp>
      <p:sp>
        <p:nvSpPr>
          <p:cNvPr id="93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Working Directory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Staging Area (git add)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Local Repository (git commit)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Remote Repository (git push)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git pull to get latest changes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ce181e"/>
                </a:solidFill>
                <a:latin typeface="Calibri"/>
              </a:rPr>
              <a:t>Git Configuration</a:t>
            </a:r>
            <a:endParaRPr b="0" lang="en-US" sz="4400" spc="-1" strike="noStrike">
              <a:solidFill>
                <a:srgbClr val="ce181e"/>
              </a:solidFill>
              <a:latin typeface="Calibri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git config --global user.name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git config --global user.email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git config –list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Stores user information for commits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ce181e"/>
                </a:solidFill>
                <a:latin typeface="Calibri"/>
              </a:rPr>
              <a:t>Basic Git Commands</a:t>
            </a:r>
            <a:endParaRPr b="0" lang="en-US" sz="4400" spc="-1" strike="noStrike">
              <a:solidFill>
                <a:srgbClr val="ce181e"/>
              </a:solidFill>
              <a:latin typeface="Calibri"/>
            </a:endParaRPr>
          </a:p>
        </p:txBody>
      </p:sp>
      <p:sp>
        <p:nvSpPr>
          <p:cNvPr id="97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git init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git clone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git add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git commit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git push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git pull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git branch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git merge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ce181e"/>
                </a:solidFill>
                <a:latin typeface="Calibri"/>
              </a:rPr>
              <a:t>Advantages of Git</a:t>
            </a:r>
            <a:endParaRPr b="0" lang="en-US" sz="4400" spc="-1" strike="noStrike">
              <a:solidFill>
                <a:srgbClr val="ce181e"/>
              </a:solidFill>
              <a:latin typeface="Calibri"/>
            </a:endParaRPr>
          </a:p>
        </p:txBody>
      </p:sp>
      <p:sp>
        <p:nvSpPr>
          <p:cNvPr id="99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Distributed system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Fast performance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Supports branching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Tracks complete history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Open-source and free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ce181e"/>
                </a:solidFill>
                <a:latin typeface="Calibri"/>
              </a:rPr>
              <a:t>Disadvantages of Git</a:t>
            </a:r>
            <a:endParaRPr b="0" lang="en-US" sz="4400" spc="-1" strike="noStrike">
              <a:solidFill>
                <a:srgbClr val="ce181e"/>
              </a:solidFill>
              <a:latin typeface="Calibri"/>
            </a:endParaRPr>
          </a:p>
        </p:txBody>
      </p:sp>
      <p:sp>
        <p:nvSpPr>
          <p:cNvPr id="101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Command-line complexity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Large repositories may be heavy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Rewriting history can be confusing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ce181e"/>
                </a:solidFill>
                <a:latin typeface="Calibri"/>
              </a:rPr>
              <a:t>Uses</a:t>
            </a:r>
            <a:endParaRPr b="0" lang="en-US" sz="4400" spc="-1" strike="noStrike">
              <a:solidFill>
                <a:srgbClr val="ce181e"/>
              </a:solidFill>
              <a:latin typeface="Calibri"/>
            </a:endParaRPr>
          </a:p>
        </p:txBody>
      </p:sp>
      <p:sp>
        <p:nvSpPr>
          <p:cNvPr id="103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Software development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Team collaboration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Version tracking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Release management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Open-source contribution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ce181e"/>
                </a:solidFill>
                <a:latin typeface="Calibri"/>
              </a:rPr>
              <a:t>Conclusion</a:t>
            </a:r>
            <a:endParaRPr b="0" lang="en-US" sz="4400" spc="-1" strike="noStrike">
              <a:solidFill>
                <a:srgbClr val="ce181e"/>
              </a:solidFill>
              <a:latin typeface="Calibri"/>
            </a:endParaRPr>
          </a:p>
        </p:txBody>
      </p:sp>
      <p:sp>
        <p:nvSpPr>
          <p:cNvPr id="105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Git is a powerful version control tool.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Helps manage and track code efficiently.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Essential skill for developers.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Widely used in the IT industry.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LibreOffice/6.0.7.3$Linux_X86_64 LibreOffice_project/00m0$Build-3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2026-02-17T11:35:26Z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