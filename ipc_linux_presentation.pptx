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IPC Mechanisms in Linux Internals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IPC stands for Inter Process Communication.</a:t>
            </a:r>
          </a:p>
          <a:p>
            <a:pPr/>
            <a:r>
              <a:t>It allows processes to communicate and share data.</a:t>
            </a:r>
          </a:p>
          <a:p>
            <a:pPr/>
            <a:r>
              <a:t>Linux processes run in separate memory spaces.</a:t>
            </a:r>
          </a:p>
          <a:p>
            <a:pPr/>
            <a:r>
              <a:t>IPC helps exchange data and synchronize processes.</a:t>
            </a:r>
          </a:p>
          <a:p>
            <a:pPr/>
            <a:r>
              <a:t>Important for multitasking operating systems.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IPC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operating systems had limited process communication.</a:t>
            </a:r>
          </a:p>
          <a:p>
            <a:pPr/>
            <a:r>
              <a:t>Unix introduced basic IPC mechanisms like pipes in the 1970s.</a:t>
            </a:r>
          </a:p>
          <a:p>
            <a:pPr/>
            <a:r>
              <a:t>System V IPC introduced message queues, shared memory, and semaphores.</a:t>
            </a:r>
          </a:p>
          <a:p>
            <a:pPr/>
            <a:r>
              <a:t>Modern Linux also supports POSIX IPC standards.</a:t>
            </a:r>
          </a:p>
          <a:p>
            <a:pPr/>
            <a:r>
              <a:t>These mechanisms improved inter-process coordination.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What, Why, and 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 IPC enables communication between processes.</a:t>
            </a:r>
          </a:p>
          <a:p>
            <a:pPr/>
            <a:r>
              <a:t>Why: Needed for data sharing and synchronization.</a:t>
            </a:r>
          </a:p>
          <a:p>
            <a:pPr/>
            <a:r>
              <a:t>Helps improve system efficiency.</a:t>
            </a:r>
          </a:p>
          <a:p>
            <a:pPr/>
            <a:r>
              <a:t>Where: Used in client-server systems and multitasking environments.</a:t>
            </a:r>
          </a:p>
          <a:p>
            <a:pPr/>
            <a:r>
              <a:t>Common in distributed and network-based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Uses of IPC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between parent and child processes.</a:t>
            </a:r>
          </a:p>
          <a:p>
            <a:pPr/>
            <a:r>
              <a:t>Data sharing between applications.</a:t>
            </a:r>
          </a:p>
          <a:p>
            <a:pPr/>
            <a:r>
              <a:t>Process synchronization in multitasking systems.</a:t>
            </a:r>
          </a:p>
          <a:p>
            <a:pPr/>
            <a:r>
              <a:t>Resource sharing such as memory and files.</a:t>
            </a:r>
          </a:p>
          <a:p>
            <a:pPr/>
            <a:r>
              <a:t>Used in servers, databases, and network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pPr/>
            <a:r>
              <a:t>Efficient data sharing between processes.</a:t>
            </a:r>
          </a:p>
          <a:p>
            <a:pPr/>
            <a:r>
              <a:t>Improves coordination and parallel processing.</a:t>
            </a:r>
          </a:p>
          <a:p>
            <a:pPr/>
            <a:r>
              <a:t>Disadvantages:</a:t>
            </a:r>
          </a:p>
          <a:p>
            <a:pPr/>
            <a:r>
              <a:t>Increases system complexity and risk of deadlocks.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IPC in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Pipes – Communication between related processes.</a:t>
            </a:r>
          </a:p>
          <a:p>
            <a:pPr/>
            <a:r>
              <a:t>Named Pipes (FIFO) – Communication between unrelated processes.</a:t>
            </a:r>
          </a:p>
          <a:p>
            <a:pPr/>
            <a:r>
              <a:t>Message Queues – Exchange structured messages.</a:t>
            </a:r>
          </a:p>
          <a:p>
            <a:pPr/>
            <a:r>
              <a:t>Shared Memory – Fastest method for sharing data.</a:t>
            </a:r>
          </a:p>
          <a:p>
            <a:pPr/>
            <a:r>
              <a:t>Semaphores and Sockets for synchronization and network communication.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communication between multiple processes.</a:t>
            </a:r>
          </a:p>
          <a:p>
            <a:pPr/>
            <a:r>
              <a:t>Provides synchronization and resource sharing.</a:t>
            </a:r>
          </a:p>
          <a:p>
            <a:pPr/>
            <a:r>
              <a:t>Different IPC methods for different requirements.</a:t>
            </a:r>
          </a:p>
          <a:p>
            <a:pPr/>
            <a:r>
              <a:t>Widely used in system programming and OS development.</a:t>
            </a:r>
          </a:p>
          <a:p>
            <a:pPr/>
            <a:r>
              <a:t>Important for distributed and server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IPC is essential for communication between processes in Linux.</a:t>
            </a:r>
          </a:p>
          <a:p>
            <a:pPr/>
            <a:r>
              <a:t>Helps improve multitasking and system efficiency.</a:t>
            </a:r>
          </a:p>
          <a:p>
            <a:pPr/>
            <a:r>
              <a:t>Multiple IPC mechanisms exist for different needs.</a:t>
            </a:r>
          </a:p>
          <a:p>
            <a:pPr/>
            <a:r>
              <a:t>Understanding IPC helps build efficient system-level applications.</a:t>
            </a:r>
          </a:p>
          <a:p>
            <a:pPr/>
            <a:r>
              <a:t>It is a key concept in Linux internals and operating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